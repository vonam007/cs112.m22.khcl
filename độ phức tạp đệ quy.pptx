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108" y="131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5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7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8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4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9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6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7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110D1-D5BD-49FA-93D9-EE0F7F02611E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6CB63-D6E7-43EF-9CDB-6735CA8FA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0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24709" y="1117335"/>
            <a:ext cx="8142581" cy="46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46" y="763059"/>
            <a:ext cx="11486619" cy="575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1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6623" y="1207559"/>
            <a:ext cx="11598754" cy="38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4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30384" y="1065741"/>
            <a:ext cx="10461616" cy="47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3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16" y="228864"/>
            <a:ext cx="10766302" cy="511333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54617" y="5042361"/>
            <a:ext cx="8223250" cy="10991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213" y="1842363"/>
            <a:ext cx="5497405" cy="15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0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3541183" y="865187"/>
            <a:ext cx="5109633" cy="206428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503045" y="3429000"/>
            <a:ext cx="9926254" cy="261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6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05996" y="1252008"/>
            <a:ext cx="9807239" cy="43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9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53" y="2545265"/>
            <a:ext cx="7364792" cy="2643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71050" y="1574800"/>
            <a:ext cx="114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Ví dụ 2: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6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54" y="3606800"/>
            <a:ext cx="9001699" cy="25342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419" y="597932"/>
            <a:ext cx="4027714" cy="14458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5554" y="413266"/>
            <a:ext cx="114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Ví dụ 2: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55554" y="3044799"/>
            <a:ext cx="114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Giải:</a:t>
            </a:r>
          </a:p>
        </p:txBody>
      </p:sp>
    </p:spTree>
    <p:extLst>
      <p:ext uri="{BB962C8B-B14F-4D97-AF65-F5344CB8AC3E}">
        <p14:creationId xmlns:p14="http://schemas.microsoft.com/office/powerpoint/2010/main" val="392655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277" y="2249415"/>
            <a:ext cx="6227446" cy="3016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44133" y="1100667"/>
            <a:ext cx="3450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Bài tập vận dụng: </a:t>
            </a:r>
          </a:p>
          <a:p>
            <a:r>
              <a:rPr lang="en-US" dirty="0" smtClean="0"/>
              <a:t>Hãy tính độ phức tạp của hàm sau: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0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8811" y="1159373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Giải: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78" y="1555148"/>
            <a:ext cx="6227446" cy="30168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7734" y="2201332"/>
            <a:ext cx="206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1 -----------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07734" y="2694242"/>
            <a:ext cx="206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+1 -----------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07734" y="3448455"/>
            <a:ext cx="206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 -----------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07734" y="4007255"/>
            <a:ext cx="206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T(n-1) -----------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75934" y="4956881"/>
            <a:ext cx="292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Vậy: T(n) = T(n-1) + 2n + 2 </a:t>
            </a:r>
          </a:p>
          <a:p>
            <a:r>
              <a:rPr lang="en-US" dirty="0" smtClean="0"/>
              <a:t>Hay: </a:t>
            </a:r>
            <a:r>
              <a:rPr lang="en-US" dirty="0" smtClean="0"/>
              <a:t>T(n) = T(n-1) +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9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4601" y="892881"/>
            <a:ext cx="4428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1 		khi n=0</a:t>
            </a:r>
            <a:endParaRPr lang="en-US" dirty="0"/>
          </a:p>
          <a:p>
            <a:r>
              <a:rPr lang="en-US" dirty="0" smtClean="0"/>
              <a:t>T(n) = </a:t>
            </a:r>
            <a:endParaRPr lang="en-US" dirty="0"/>
          </a:p>
          <a:p>
            <a:r>
              <a:rPr lang="en-US" dirty="0" smtClean="0"/>
              <a:t>	T(n-1) + n		khi n&gt;k&gt;0</a:t>
            </a:r>
            <a:endParaRPr lang="en-US" dirty="0"/>
          </a:p>
        </p:txBody>
      </p:sp>
      <p:sp>
        <p:nvSpPr>
          <p:cNvPr id="5" name="Left Brace 4"/>
          <p:cNvSpPr/>
          <p:nvPr/>
        </p:nvSpPr>
        <p:spPr>
          <a:xfrm>
            <a:off x="1930400" y="892881"/>
            <a:ext cx="338667" cy="92333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44601" y="2586214"/>
            <a:ext cx="3530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T(n) = T(n-1) + n</a:t>
            </a:r>
          </a:p>
          <a:p>
            <a:r>
              <a:rPr lang="en-US" dirty="0" smtClean="0"/>
              <a:t>        = T(n-2) + (n -1) + n</a:t>
            </a:r>
          </a:p>
          <a:p>
            <a:r>
              <a:rPr lang="en-US" dirty="0"/>
              <a:t> </a:t>
            </a:r>
            <a:r>
              <a:rPr lang="en-US" dirty="0" smtClean="0"/>
              <a:t>       = T(n-3) + (n-2) </a:t>
            </a:r>
            <a:r>
              <a:rPr lang="en-US" dirty="0" smtClean="0"/>
              <a:t>+ (n -1) + n</a:t>
            </a:r>
          </a:p>
          <a:p>
            <a:r>
              <a:rPr lang="en-US" dirty="0" smtClean="0"/>
              <a:t>        .</a:t>
            </a:r>
          </a:p>
          <a:p>
            <a:r>
              <a:rPr lang="en-US" dirty="0" smtClean="0"/>
              <a:t>        .</a:t>
            </a:r>
          </a:p>
          <a:p>
            <a:r>
              <a:rPr lang="en-US" dirty="0" smtClean="0"/>
              <a:t>        = T(n-k) + n(n-1)/2</a:t>
            </a:r>
          </a:p>
          <a:p>
            <a:r>
              <a:rPr lang="en-US" dirty="0" smtClean="0"/>
              <a:t>Hàm dừng khi k = n</a:t>
            </a:r>
          </a:p>
          <a:p>
            <a:r>
              <a:rPr lang="en-US" dirty="0" smtClean="0"/>
              <a:t>Khi đó T(n) = T(0) + n(n-1)/2</a:t>
            </a:r>
          </a:p>
          <a:p>
            <a:r>
              <a:rPr lang="en-US" dirty="0" smtClean="0"/>
              <a:t>Vậy =&gt; O(n^2)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8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127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 Light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 Võ</dc:creator>
  <cp:lastModifiedBy>Nam Võ</cp:lastModifiedBy>
  <cp:revision>11</cp:revision>
  <dcterms:created xsi:type="dcterms:W3CDTF">2022-03-14T04:32:28Z</dcterms:created>
  <dcterms:modified xsi:type="dcterms:W3CDTF">2022-03-14T05:42:49Z</dcterms:modified>
</cp:coreProperties>
</file>